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71516E-B3E8-4A89-932D-0065D4DF537C}" v="27" dt="2026-04-07T07:40:59.1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3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shlay Mishra" userId="e27041a8bbaf659e" providerId="LiveId" clId="{2213E035-B00B-421D-8E09-E0DA69961255}"/>
    <pc:docChg chg="undo custSel modSld">
      <pc:chgData name="Kishlay Mishra" userId="e27041a8bbaf659e" providerId="LiveId" clId="{2213E035-B00B-421D-8E09-E0DA69961255}" dt="2026-04-07T07:41:20.753" v="1235" actId="478"/>
      <pc:docMkLst>
        <pc:docMk/>
      </pc:docMkLst>
      <pc:sldChg chg="addSp delSp modSp mod modTransition delAnim modAnim">
        <pc:chgData name="Kishlay Mishra" userId="e27041a8bbaf659e" providerId="LiveId" clId="{2213E035-B00B-421D-8E09-E0DA69961255}" dt="2026-04-07T07:41:20.753" v="1235" actId="478"/>
        <pc:sldMkLst>
          <pc:docMk/>
          <pc:sldMk cId="0" sldId="256"/>
        </pc:sldMkLst>
        <pc:spChg chg="del mod">
          <ac:chgData name="Kishlay Mishra" userId="e27041a8bbaf659e" providerId="LiveId" clId="{2213E035-B00B-421D-8E09-E0DA69961255}" dt="2026-04-07T07:40:48.981" v="1233" actId="478"/>
          <ac:spMkLst>
            <pc:docMk/>
            <pc:sldMk cId="0" sldId="256"/>
            <ac:spMk id="26" creationId="{00000000-0000-0000-0000-000000000000}"/>
          </ac:spMkLst>
        </pc:spChg>
        <pc:spChg chg="mod">
          <ac:chgData name="Kishlay Mishra" userId="e27041a8bbaf659e" providerId="LiveId" clId="{2213E035-B00B-421D-8E09-E0DA69961255}" dt="2026-04-07T07:36:44.444" v="1115" actId="1037"/>
          <ac:spMkLst>
            <pc:docMk/>
            <pc:sldMk cId="0" sldId="256"/>
            <ac:spMk id="32" creationId="{00000000-0000-0000-0000-000000000000}"/>
          </ac:spMkLst>
        </pc:spChg>
        <pc:spChg chg="del">
          <ac:chgData name="Kishlay Mishra" userId="e27041a8bbaf659e" providerId="LiveId" clId="{2213E035-B00B-421D-8E09-E0DA69961255}" dt="2026-04-07T07:28:24.073" v="691" actId="478"/>
          <ac:spMkLst>
            <pc:docMk/>
            <pc:sldMk cId="0" sldId="256"/>
            <ac:spMk id="36" creationId="{00000000-0000-0000-0000-000000000000}"/>
          </ac:spMkLst>
        </pc:spChg>
        <pc:spChg chg="mod">
          <ac:chgData name="Kishlay Mishra" userId="e27041a8bbaf659e" providerId="LiveId" clId="{2213E035-B00B-421D-8E09-E0DA69961255}" dt="2026-04-07T07:28:28.975" v="692" actId="6549"/>
          <ac:spMkLst>
            <pc:docMk/>
            <pc:sldMk cId="0" sldId="256"/>
            <ac:spMk id="37" creationId="{00000000-0000-0000-0000-000000000000}"/>
          </ac:spMkLst>
        </pc:spChg>
        <pc:spChg chg="del mod">
          <ac:chgData name="Kishlay Mishra" userId="e27041a8bbaf659e" providerId="LiveId" clId="{2213E035-B00B-421D-8E09-E0DA69961255}" dt="2026-04-07T07:41:20.753" v="1235" actId="478"/>
          <ac:spMkLst>
            <pc:docMk/>
            <pc:sldMk cId="0" sldId="256"/>
            <ac:spMk id="38" creationId="{00000000-0000-0000-0000-000000000000}"/>
          </ac:spMkLst>
        </pc:spChg>
        <pc:spChg chg="del mod">
          <ac:chgData name="Kishlay Mishra" userId="e27041a8bbaf659e" providerId="LiveId" clId="{2213E035-B00B-421D-8E09-E0DA69961255}" dt="2026-04-07T07:30:40.950" v="702" actId="478"/>
          <ac:spMkLst>
            <pc:docMk/>
            <pc:sldMk cId="0" sldId="256"/>
            <ac:spMk id="39" creationId="{00000000-0000-0000-0000-000000000000}"/>
          </ac:spMkLst>
        </pc:spChg>
        <pc:spChg chg="mod">
          <ac:chgData name="Kishlay Mishra" userId="e27041a8bbaf659e" providerId="LiveId" clId="{2213E035-B00B-421D-8E09-E0DA69961255}" dt="2026-04-07T07:36:44.444" v="1115" actId="1037"/>
          <ac:spMkLst>
            <pc:docMk/>
            <pc:sldMk cId="0" sldId="256"/>
            <ac:spMk id="40" creationId="{00000000-0000-0000-0000-000000000000}"/>
          </ac:spMkLst>
        </pc:spChg>
        <pc:spChg chg="mod">
          <ac:chgData name="Kishlay Mishra" userId="e27041a8bbaf659e" providerId="LiveId" clId="{2213E035-B00B-421D-8E09-E0DA69961255}" dt="2026-04-07T07:36:44.444" v="1115" actId="1037"/>
          <ac:spMkLst>
            <pc:docMk/>
            <pc:sldMk cId="0" sldId="256"/>
            <ac:spMk id="41" creationId="{00000000-0000-0000-0000-000000000000}"/>
          </ac:spMkLst>
        </pc:spChg>
        <pc:spChg chg="mod">
          <ac:chgData name="Kishlay Mishra" userId="e27041a8bbaf659e" providerId="LiveId" clId="{2213E035-B00B-421D-8E09-E0DA69961255}" dt="2026-04-07T07:36:44.444" v="1115" actId="1037"/>
          <ac:spMkLst>
            <pc:docMk/>
            <pc:sldMk cId="0" sldId="256"/>
            <ac:spMk id="42" creationId="{00000000-0000-0000-0000-000000000000}"/>
          </ac:spMkLst>
        </pc:spChg>
        <pc:spChg chg="mod">
          <ac:chgData name="Kishlay Mishra" userId="e27041a8bbaf659e" providerId="LiveId" clId="{2213E035-B00B-421D-8E09-E0DA69961255}" dt="2026-04-07T07:33:45.428" v="849" actId="164"/>
          <ac:spMkLst>
            <pc:docMk/>
            <pc:sldMk cId="0" sldId="256"/>
            <ac:spMk id="43" creationId="{00000000-0000-0000-0000-000000000000}"/>
          </ac:spMkLst>
        </pc:spChg>
        <pc:spChg chg="mod">
          <ac:chgData name="Kishlay Mishra" userId="e27041a8bbaf659e" providerId="LiveId" clId="{2213E035-B00B-421D-8E09-E0DA69961255}" dt="2026-04-07T07:33:45.428" v="849" actId="164"/>
          <ac:spMkLst>
            <pc:docMk/>
            <pc:sldMk cId="0" sldId="256"/>
            <ac:spMk id="44" creationId="{00000000-0000-0000-0000-000000000000}"/>
          </ac:spMkLst>
        </pc:spChg>
        <pc:spChg chg="mod">
          <ac:chgData name="Kishlay Mishra" userId="e27041a8bbaf659e" providerId="LiveId" clId="{2213E035-B00B-421D-8E09-E0DA69961255}" dt="2026-04-07T07:36:08.123" v="1055" actId="1035"/>
          <ac:spMkLst>
            <pc:docMk/>
            <pc:sldMk cId="0" sldId="256"/>
            <ac:spMk id="45" creationId="{00000000-0000-0000-0000-000000000000}"/>
          </ac:spMkLst>
        </pc:spChg>
        <pc:spChg chg="mod">
          <ac:chgData name="Kishlay Mishra" userId="e27041a8bbaf659e" providerId="LiveId" clId="{2213E035-B00B-421D-8E09-E0DA69961255}" dt="2026-04-07T07:31:48.075" v="782" actId="1035"/>
          <ac:spMkLst>
            <pc:docMk/>
            <pc:sldMk cId="0" sldId="256"/>
            <ac:spMk id="46" creationId="{00000000-0000-0000-0000-000000000000}"/>
          </ac:spMkLst>
        </pc:spChg>
        <pc:spChg chg="mod">
          <ac:chgData name="Kishlay Mishra" userId="e27041a8bbaf659e" providerId="LiveId" clId="{2213E035-B00B-421D-8E09-E0DA69961255}" dt="2026-04-07T07:34:54.254" v="899" actId="1036"/>
          <ac:spMkLst>
            <pc:docMk/>
            <pc:sldMk cId="0" sldId="256"/>
            <ac:spMk id="47" creationId="{00000000-0000-0000-0000-000000000000}"/>
          </ac:spMkLst>
        </pc:spChg>
        <pc:spChg chg="mod">
          <ac:chgData name="Kishlay Mishra" userId="e27041a8bbaf659e" providerId="LiveId" clId="{2213E035-B00B-421D-8E09-E0DA69961255}" dt="2026-04-07T07:32:51.176" v="841" actId="164"/>
          <ac:spMkLst>
            <pc:docMk/>
            <pc:sldMk cId="0" sldId="256"/>
            <ac:spMk id="48" creationId="{00000000-0000-0000-0000-000000000000}"/>
          </ac:spMkLst>
        </pc:spChg>
        <pc:spChg chg="mod">
          <ac:chgData name="Kishlay Mishra" userId="e27041a8bbaf659e" providerId="LiveId" clId="{2213E035-B00B-421D-8E09-E0DA69961255}" dt="2026-04-07T07:32:51.176" v="841" actId="164"/>
          <ac:spMkLst>
            <pc:docMk/>
            <pc:sldMk cId="0" sldId="256"/>
            <ac:spMk id="49" creationId="{00000000-0000-0000-0000-000000000000}"/>
          </ac:spMkLst>
        </pc:spChg>
        <pc:spChg chg="mod">
          <ac:chgData name="Kishlay Mishra" userId="e27041a8bbaf659e" providerId="LiveId" clId="{2213E035-B00B-421D-8E09-E0DA69961255}" dt="2026-04-07T07:36:01.077" v="1049" actId="14100"/>
          <ac:spMkLst>
            <pc:docMk/>
            <pc:sldMk cId="0" sldId="256"/>
            <ac:spMk id="50" creationId="{00000000-0000-0000-0000-000000000000}"/>
          </ac:spMkLst>
        </pc:spChg>
        <pc:spChg chg="mod">
          <ac:chgData name="Kishlay Mishra" userId="e27041a8bbaf659e" providerId="LiveId" clId="{2213E035-B00B-421D-8E09-E0DA69961255}" dt="2026-04-07T07:35:35.170" v="978" actId="1036"/>
          <ac:spMkLst>
            <pc:docMk/>
            <pc:sldMk cId="0" sldId="256"/>
            <ac:spMk id="51" creationId="{00000000-0000-0000-0000-000000000000}"/>
          </ac:spMkLst>
        </pc:spChg>
        <pc:spChg chg="mod">
          <ac:chgData name="Kishlay Mishra" userId="e27041a8bbaf659e" providerId="LiveId" clId="{2213E035-B00B-421D-8E09-E0DA69961255}" dt="2026-04-07T07:35:01.532" v="909" actId="1037"/>
          <ac:spMkLst>
            <pc:docMk/>
            <pc:sldMk cId="0" sldId="256"/>
            <ac:spMk id="52" creationId="{00000000-0000-0000-0000-000000000000}"/>
          </ac:spMkLst>
        </pc:spChg>
        <pc:spChg chg="mod">
          <ac:chgData name="Kishlay Mishra" userId="e27041a8bbaf659e" providerId="LiveId" clId="{2213E035-B00B-421D-8E09-E0DA69961255}" dt="2026-04-07T07:33:09.623" v="843" actId="164"/>
          <ac:spMkLst>
            <pc:docMk/>
            <pc:sldMk cId="0" sldId="256"/>
            <ac:spMk id="53" creationId="{00000000-0000-0000-0000-000000000000}"/>
          </ac:spMkLst>
        </pc:spChg>
        <pc:spChg chg="mod">
          <ac:chgData name="Kishlay Mishra" userId="e27041a8bbaf659e" providerId="LiveId" clId="{2213E035-B00B-421D-8E09-E0DA69961255}" dt="2026-04-07T07:33:09.623" v="843" actId="164"/>
          <ac:spMkLst>
            <pc:docMk/>
            <pc:sldMk cId="0" sldId="256"/>
            <ac:spMk id="54" creationId="{00000000-0000-0000-0000-000000000000}"/>
          </ac:spMkLst>
        </pc:spChg>
        <pc:spChg chg="mod">
          <ac:chgData name="Kishlay Mishra" userId="e27041a8bbaf659e" providerId="LiveId" clId="{2213E035-B00B-421D-8E09-E0DA69961255}" dt="2026-04-07T07:35:50.566" v="1016" actId="1035"/>
          <ac:spMkLst>
            <pc:docMk/>
            <pc:sldMk cId="0" sldId="256"/>
            <ac:spMk id="55" creationId="{00000000-0000-0000-0000-000000000000}"/>
          </ac:spMkLst>
        </pc:spChg>
        <pc:spChg chg="mod">
          <ac:chgData name="Kishlay Mishra" userId="e27041a8bbaf659e" providerId="LiveId" clId="{2213E035-B00B-421D-8E09-E0DA69961255}" dt="2026-04-07T07:35:28.910" v="952" actId="1035"/>
          <ac:spMkLst>
            <pc:docMk/>
            <pc:sldMk cId="0" sldId="256"/>
            <ac:spMk id="56" creationId="{00000000-0000-0000-0000-000000000000}"/>
          </ac:spMkLst>
        </pc:spChg>
        <pc:spChg chg="mod">
          <ac:chgData name="Kishlay Mishra" userId="e27041a8bbaf659e" providerId="LiveId" clId="{2213E035-B00B-421D-8E09-E0DA69961255}" dt="2026-04-07T07:35:19.201" v="928" actId="1036"/>
          <ac:spMkLst>
            <pc:docMk/>
            <pc:sldMk cId="0" sldId="256"/>
            <ac:spMk id="57" creationId="{00000000-0000-0000-0000-000000000000}"/>
          </ac:spMkLst>
        </pc:spChg>
        <pc:spChg chg="mod">
          <ac:chgData name="Kishlay Mishra" userId="e27041a8bbaf659e" providerId="LiveId" clId="{2213E035-B00B-421D-8E09-E0DA69961255}" dt="2026-04-07T07:07:48.816" v="312" actId="403"/>
          <ac:spMkLst>
            <pc:docMk/>
            <pc:sldMk cId="0" sldId="256"/>
            <ac:spMk id="58" creationId="{00000000-0000-0000-0000-000000000000}"/>
          </ac:spMkLst>
        </pc:spChg>
        <pc:spChg chg="add del mod">
          <ac:chgData name="Kishlay Mishra" userId="e27041a8bbaf659e" providerId="LiveId" clId="{2213E035-B00B-421D-8E09-E0DA69961255}" dt="2026-04-07T07:30:46.458" v="703" actId="478"/>
          <ac:spMkLst>
            <pc:docMk/>
            <pc:sldMk cId="0" sldId="256"/>
            <ac:spMk id="60" creationId="{23884479-8D1F-6651-66A1-ECDE22D76102}"/>
          </ac:spMkLst>
        </pc:spChg>
        <pc:spChg chg="add mod">
          <ac:chgData name="Kishlay Mishra" userId="e27041a8bbaf659e" providerId="LiveId" clId="{2213E035-B00B-421D-8E09-E0DA69961255}" dt="2026-04-07T07:27:57.691" v="689"/>
          <ac:spMkLst>
            <pc:docMk/>
            <pc:sldMk cId="0" sldId="256"/>
            <ac:spMk id="61" creationId="{9056B9F3-983B-11DC-5F49-F89A558E83B9}"/>
          </ac:spMkLst>
        </pc:spChg>
        <pc:spChg chg="mod">
          <ac:chgData name="Kishlay Mishra" userId="e27041a8bbaf659e" providerId="LiveId" clId="{2213E035-B00B-421D-8E09-E0DA69961255}" dt="2026-04-07T07:37:53.255" v="1178" actId="1038"/>
          <ac:spMkLst>
            <pc:docMk/>
            <pc:sldMk cId="0" sldId="256"/>
            <ac:spMk id="63" creationId="{8A0180D3-14BC-9302-BA4D-9C29ADB301EB}"/>
          </ac:spMkLst>
        </pc:spChg>
        <pc:spChg chg="mod">
          <ac:chgData name="Kishlay Mishra" userId="e27041a8bbaf659e" providerId="LiveId" clId="{2213E035-B00B-421D-8E09-E0DA69961255}" dt="2026-04-07T07:28:20.511" v="690"/>
          <ac:spMkLst>
            <pc:docMk/>
            <pc:sldMk cId="0" sldId="256"/>
            <ac:spMk id="64" creationId="{2A02560F-679E-C5B6-75CF-EC192FE62EE0}"/>
          </ac:spMkLst>
        </pc:spChg>
        <pc:spChg chg="add del">
          <ac:chgData name="Kishlay Mishra" userId="e27041a8bbaf659e" providerId="LiveId" clId="{2213E035-B00B-421D-8E09-E0DA69961255}" dt="2026-04-07T07:28:48.640" v="696" actId="22"/>
          <ac:spMkLst>
            <pc:docMk/>
            <pc:sldMk cId="0" sldId="256"/>
            <ac:spMk id="66" creationId="{51E2E118-2E3F-DDF2-1370-382F92E749E3}"/>
          </ac:spMkLst>
        </pc:spChg>
        <pc:spChg chg="add del mod">
          <ac:chgData name="Kishlay Mishra" userId="e27041a8bbaf659e" providerId="LiveId" clId="{2213E035-B00B-421D-8E09-E0DA69961255}" dt="2026-04-07T07:40:33.554" v="1210" actId="478"/>
          <ac:spMkLst>
            <pc:docMk/>
            <pc:sldMk cId="0" sldId="256"/>
            <ac:spMk id="67" creationId="{9C8E82D7-7B57-1456-0860-8DFD3A7281C2}"/>
          </ac:spMkLst>
        </pc:spChg>
        <pc:spChg chg="add mod">
          <ac:chgData name="Kishlay Mishra" userId="e27041a8bbaf659e" providerId="LiveId" clId="{2213E035-B00B-421D-8E09-E0DA69961255}" dt="2026-04-07T07:38:14.636" v="1206" actId="404"/>
          <ac:spMkLst>
            <pc:docMk/>
            <pc:sldMk cId="0" sldId="256"/>
            <ac:spMk id="68" creationId="{9EAF9682-E8F0-1C53-D068-32D6C94E2F5B}"/>
          </ac:spMkLst>
        </pc:spChg>
        <pc:grpChg chg="add mod">
          <ac:chgData name="Kishlay Mishra" userId="e27041a8bbaf659e" providerId="LiveId" clId="{2213E035-B00B-421D-8E09-E0DA69961255}" dt="2026-04-07T07:28:20.511" v="690"/>
          <ac:grpSpMkLst>
            <pc:docMk/>
            <pc:sldMk cId="0" sldId="256"/>
            <ac:grpSpMk id="62" creationId="{8A3B12E8-5011-690D-A805-63BDA93A6B60}"/>
          </ac:grpSpMkLst>
        </pc:grpChg>
        <pc:grpChg chg="add mod">
          <ac:chgData name="Kishlay Mishra" userId="e27041a8bbaf659e" providerId="LiveId" clId="{2213E035-B00B-421D-8E09-E0DA69961255}" dt="2026-04-07T07:34:40.202" v="886" actId="1037"/>
          <ac:grpSpMkLst>
            <pc:docMk/>
            <pc:sldMk cId="0" sldId="256"/>
            <ac:grpSpMk id="69" creationId="{7D82240D-FD47-EBCF-0D4C-77D0FF51FD7B}"/>
          </ac:grpSpMkLst>
        </pc:grpChg>
        <pc:grpChg chg="add mod">
          <ac:chgData name="Kishlay Mishra" userId="e27041a8bbaf659e" providerId="LiveId" clId="{2213E035-B00B-421D-8E09-E0DA69961255}" dt="2026-04-07T07:33:17.378" v="844" actId="14100"/>
          <ac:grpSpMkLst>
            <pc:docMk/>
            <pc:sldMk cId="0" sldId="256"/>
            <ac:grpSpMk id="70" creationId="{056A0AFF-3E54-0230-83E0-B5C065C78FDC}"/>
          </ac:grpSpMkLst>
        </pc:grpChg>
        <pc:grpChg chg="add mod">
          <ac:chgData name="Kishlay Mishra" userId="e27041a8bbaf659e" providerId="LiveId" clId="{2213E035-B00B-421D-8E09-E0DA69961255}" dt="2026-04-07T07:34:19.595" v="864" actId="1036"/>
          <ac:grpSpMkLst>
            <pc:docMk/>
            <pc:sldMk cId="0" sldId="256"/>
            <ac:grpSpMk id="71" creationId="{C166326C-6FFD-2C1D-5042-675E54BA2D14}"/>
          </ac:grpSpMkLst>
        </pc:grpChg>
        <pc:grpChg chg="add mod">
          <ac:chgData name="Kishlay Mishra" userId="e27041a8bbaf659e" providerId="LiveId" clId="{2213E035-B00B-421D-8E09-E0DA69961255}" dt="2026-04-07T07:36:27.204" v="1057" actId="164"/>
          <ac:grpSpMkLst>
            <pc:docMk/>
            <pc:sldMk cId="0" sldId="256"/>
            <ac:grpSpMk id="72" creationId="{0CD2F12D-ADB3-2D67-E1B0-CB0FE9A7655E}"/>
          </ac:grpSpMkLst>
        </pc:grpChg>
      </pc:sldChg>
      <pc:sldChg chg="modSp mod modTransition">
        <pc:chgData name="Kishlay Mishra" userId="e27041a8bbaf659e" providerId="LiveId" clId="{2213E035-B00B-421D-8E09-E0DA69961255}" dt="2026-04-07T06:57:31.752" v="24" actId="1037"/>
        <pc:sldMkLst>
          <pc:docMk/>
          <pc:sldMk cId="0" sldId="257"/>
        </pc:sldMkLst>
        <pc:spChg chg="mod">
          <ac:chgData name="Kishlay Mishra" userId="e27041a8bbaf659e" providerId="LiveId" clId="{2213E035-B00B-421D-8E09-E0DA69961255}" dt="2026-04-07T06:57:31.752" v="24" actId="1037"/>
          <ac:spMkLst>
            <pc:docMk/>
            <pc:sldMk cId="0" sldId="257"/>
            <ac:spMk id="35" creationId="{00000000-0000-0000-0000-000000000000}"/>
          </ac:spMkLst>
        </pc:spChg>
      </pc:sldChg>
      <pc:sldChg chg="modSp mod modTransition">
        <pc:chgData name="Kishlay Mishra" userId="e27041a8bbaf659e" providerId="LiveId" clId="{2213E035-B00B-421D-8E09-E0DA69961255}" dt="2026-04-07T06:57:39.033" v="26" actId="404"/>
        <pc:sldMkLst>
          <pc:docMk/>
          <pc:sldMk cId="0" sldId="258"/>
        </pc:sldMkLst>
        <pc:spChg chg="mod">
          <ac:chgData name="Kishlay Mishra" userId="e27041a8bbaf659e" providerId="LiveId" clId="{2213E035-B00B-421D-8E09-E0DA69961255}" dt="2026-04-07T06:57:39.033" v="26" actId="404"/>
          <ac:spMkLst>
            <pc:docMk/>
            <pc:sldMk cId="0" sldId="258"/>
            <ac:spMk id="35" creationId="{00000000-0000-0000-0000-000000000000}"/>
          </ac:spMkLst>
        </pc:spChg>
      </pc:sldChg>
      <pc:sldChg chg="modSp mod modTransition">
        <pc:chgData name="Kishlay Mishra" userId="e27041a8bbaf659e" providerId="LiveId" clId="{2213E035-B00B-421D-8E09-E0DA69961255}" dt="2026-04-07T06:57:54.240" v="30" actId="404"/>
        <pc:sldMkLst>
          <pc:docMk/>
          <pc:sldMk cId="0" sldId="259"/>
        </pc:sldMkLst>
        <pc:spChg chg="mod">
          <ac:chgData name="Kishlay Mishra" userId="e27041a8bbaf659e" providerId="LiveId" clId="{2213E035-B00B-421D-8E09-E0DA69961255}" dt="2026-04-07T06:57:50.459" v="29" actId="403"/>
          <ac:spMkLst>
            <pc:docMk/>
            <pc:sldMk cId="0" sldId="259"/>
            <ac:spMk id="35" creationId="{00000000-0000-0000-0000-000000000000}"/>
          </ac:spMkLst>
        </pc:spChg>
        <pc:spChg chg="mod">
          <ac:chgData name="Kishlay Mishra" userId="e27041a8bbaf659e" providerId="LiveId" clId="{2213E035-B00B-421D-8E09-E0DA69961255}" dt="2026-04-07T06:57:54.240" v="30" actId="404"/>
          <ac:spMkLst>
            <pc:docMk/>
            <pc:sldMk cId="0" sldId="259"/>
            <ac:spMk id="62" creationId="{00000000-0000-0000-0000-000000000000}"/>
          </ac:spMkLst>
        </pc:spChg>
      </pc:sldChg>
      <pc:sldChg chg="modTransition">
        <pc:chgData name="Kishlay Mishra" userId="e27041a8bbaf659e" providerId="LiveId" clId="{2213E035-B00B-421D-8E09-E0DA69961255}" dt="2026-04-07T06:56:28.708" v="4"/>
        <pc:sldMkLst>
          <pc:docMk/>
          <pc:sldMk cId="0" sldId="260"/>
        </pc:sldMkLst>
      </pc:sldChg>
      <pc:sldChg chg="modSp mod modTransition">
        <pc:chgData name="Kishlay Mishra" userId="e27041a8bbaf659e" providerId="LiveId" clId="{2213E035-B00B-421D-8E09-E0DA69961255}" dt="2026-04-07T07:12:02.393" v="345" actId="1038"/>
        <pc:sldMkLst>
          <pc:docMk/>
          <pc:sldMk cId="0" sldId="261"/>
        </pc:sldMkLst>
        <pc:spChg chg="mod">
          <ac:chgData name="Kishlay Mishra" userId="e27041a8bbaf659e" providerId="LiveId" clId="{2213E035-B00B-421D-8E09-E0DA69961255}" dt="2026-04-07T07:01:04.059" v="51" actId="1076"/>
          <ac:spMkLst>
            <pc:docMk/>
            <pc:sldMk cId="0" sldId="261"/>
            <ac:spMk id="34" creationId="{00000000-0000-0000-0000-000000000000}"/>
          </ac:spMkLst>
        </pc:spChg>
        <pc:spChg chg="mod">
          <ac:chgData name="Kishlay Mishra" userId="e27041a8bbaf659e" providerId="LiveId" clId="{2213E035-B00B-421D-8E09-E0DA69961255}" dt="2026-04-07T07:01:07.844" v="52" actId="1076"/>
          <ac:spMkLst>
            <pc:docMk/>
            <pc:sldMk cId="0" sldId="261"/>
            <ac:spMk id="41" creationId="{00000000-0000-0000-0000-000000000000}"/>
          </ac:spMkLst>
        </pc:spChg>
        <pc:spChg chg="mod">
          <ac:chgData name="Kishlay Mishra" userId="e27041a8bbaf659e" providerId="LiveId" clId="{2213E035-B00B-421D-8E09-E0DA69961255}" dt="2026-04-07T06:59:23.374" v="31" actId="6549"/>
          <ac:spMkLst>
            <pc:docMk/>
            <pc:sldMk cId="0" sldId="261"/>
            <ac:spMk id="42" creationId="{00000000-0000-0000-0000-000000000000}"/>
          </ac:spMkLst>
        </pc:spChg>
        <pc:spChg chg="mod">
          <ac:chgData name="Kishlay Mishra" userId="e27041a8bbaf659e" providerId="LiveId" clId="{2213E035-B00B-421D-8E09-E0DA69961255}" dt="2026-04-07T07:11:49.682" v="340" actId="1076"/>
          <ac:spMkLst>
            <pc:docMk/>
            <pc:sldMk cId="0" sldId="261"/>
            <ac:spMk id="45" creationId="{00000000-0000-0000-0000-000000000000}"/>
          </ac:spMkLst>
        </pc:spChg>
        <pc:spChg chg="mod">
          <ac:chgData name="Kishlay Mishra" userId="e27041a8bbaf659e" providerId="LiveId" clId="{2213E035-B00B-421D-8E09-E0DA69961255}" dt="2026-04-07T07:10:49.196" v="314" actId="6549"/>
          <ac:spMkLst>
            <pc:docMk/>
            <pc:sldMk cId="0" sldId="261"/>
            <ac:spMk id="46" creationId="{00000000-0000-0000-0000-000000000000}"/>
          </ac:spMkLst>
        </pc:spChg>
        <pc:spChg chg="mod">
          <ac:chgData name="Kishlay Mishra" userId="e27041a8bbaf659e" providerId="LiveId" clId="{2213E035-B00B-421D-8E09-E0DA69961255}" dt="2026-04-07T07:11:20.723" v="328" actId="1035"/>
          <ac:spMkLst>
            <pc:docMk/>
            <pc:sldMk cId="0" sldId="261"/>
            <ac:spMk id="47" creationId="{00000000-0000-0000-0000-000000000000}"/>
          </ac:spMkLst>
        </pc:spChg>
        <pc:spChg chg="mod">
          <ac:chgData name="Kishlay Mishra" userId="e27041a8bbaf659e" providerId="LiveId" clId="{2213E035-B00B-421D-8E09-E0DA69961255}" dt="2026-04-07T07:11:06.675" v="318" actId="1076"/>
          <ac:spMkLst>
            <pc:docMk/>
            <pc:sldMk cId="0" sldId="261"/>
            <ac:spMk id="50" creationId="{00000000-0000-0000-0000-000000000000}"/>
          </ac:spMkLst>
        </pc:spChg>
        <pc:spChg chg="mod">
          <ac:chgData name="Kishlay Mishra" userId="e27041a8bbaf659e" providerId="LiveId" clId="{2213E035-B00B-421D-8E09-E0DA69961255}" dt="2026-04-07T07:10:45.995" v="313" actId="6549"/>
          <ac:spMkLst>
            <pc:docMk/>
            <pc:sldMk cId="0" sldId="261"/>
            <ac:spMk id="51" creationId="{00000000-0000-0000-0000-000000000000}"/>
          </ac:spMkLst>
        </pc:spChg>
        <pc:spChg chg="mod">
          <ac:chgData name="Kishlay Mishra" userId="e27041a8bbaf659e" providerId="LiveId" clId="{2213E035-B00B-421D-8E09-E0DA69961255}" dt="2026-04-07T07:11:26.508" v="334" actId="1035"/>
          <ac:spMkLst>
            <pc:docMk/>
            <pc:sldMk cId="0" sldId="261"/>
            <ac:spMk id="52" creationId="{00000000-0000-0000-0000-000000000000}"/>
          </ac:spMkLst>
        </pc:spChg>
        <pc:spChg chg="mod">
          <ac:chgData name="Kishlay Mishra" userId="e27041a8bbaf659e" providerId="LiveId" clId="{2213E035-B00B-421D-8E09-E0DA69961255}" dt="2026-04-07T07:12:02.393" v="345" actId="1038"/>
          <ac:spMkLst>
            <pc:docMk/>
            <pc:sldMk cId="0" sldId="261"/>
            <ac:spMk id="55" creationId="{00000000-0000-0000-0000-000000000000}"/>
          </ac:spMkLst>
        </pc:spChg>
        <pc:spChg chg="mod">
          <ac:chgData name="Kishlay Mishra" userId="e27041a8bbaf659e" providerId="LiveId" clId="{2213E035-B00B-421D-8E09-E0DA69961255}" dt="2026-04-07T07:10:52.559" v="315" actId="6549"/>
          <ac:spMkLst>
            <pc:docMk/>
            <pc:sldMk cId="0" sldId="261"/>
            <ac:spMk id="56" creationId="{00000000-0000-0000-0000-000000000000}"/>
          </ac:spMkLst>
        </pc:spChg>
        <pc:spChg chg="mod">
          <ac:chgData name="Kishlay Mishra" userId="e27041a8bbaf659e" providerId="LiveId" clId="{2213E035-B00B-421D-8E09-E0DA69961255}" dt="2026-04-07T07:11:35.597" v="339" actId="1035"/>
          <ac:spMkLst>
            <pc:docMk/>
            <pc:sldMk cId="0" sldId="261"/>
            <ac:spMk id="57" creationId="{00000000-0000-0000-0000-000000000000}"/>
          </ac:spMkLst>
        </pc:spChg>
        <pc:spChg chg="mod">
          <ac:chgData name="Kishlay Mishra" userId="e27041a8bbaf659e" providerId="LiveId" clId="{2213E035-B00B-421D-8E09-E0DA69961255}" dt="2026-04-07T07:00:57.947" v="50" actId="207"/>
          <ac:spMkLst>
            <pc:docMk/>
            <pc:sldMk cId="0" sldId="261"/>
            <ac:spMk id="5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0111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3212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380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964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5548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-33620" y="497542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-457200" y="2743200"/>
            <a:ext cx="2743200" cy="2743200"/>
          </a:xfrm>
          <a:prstGeom prst="ellipse">
            <a:avLst/>
          </a:prstGeom>
          <a:solidFill>
            <a:srgbClr val="F43F5E">
              <a:alpha val="12000"/>
            </a:srgbClr>
          </a:solidFill>
          <a:ln w="12700">
            <a:solidFill>
              <a:srgbClr val="F43F5E">
                <a:alpha val="12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0" y="25603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892460" y="2753428"/>
            <a:ext cx="109728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035460" y="2753428"/>
            <a:ext cx="1005840" cy="45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87020" y="2753428"/>
            <a:ext cx="109728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166326C-6FFD-2C1D-5042-675E54BA2D14}"/>
              </a:ext>
            </a:extLst>
          </p:cNvPr>
          <p:cNvGrpSpPr/>
          <p:nvPr/>
        </p:nvGrpSpPr>
        <p:grpSpPr>
          <a:xfrm>
            <a:off x="509502" y="3166780"/>
            <a:ext cx="2508018" cy="970611"/>
            <a:chOff x="594360" y="3107620"/>
            <a:chExt cx="2475603" cy="1025467"/>
          </a:xfrm>
        </p:grpSpPr>
        <p:sp>
          <p:nvSpPr>
            <p:cNvPr id="43" name="Shape 41"/>
            <p:cNvSpPr/>
            <p:nvPr/>
          </p:nvSpPr>
          <p:spPr>
            <a:xfrm>
              <a:off x="594360" y="3162484"/>
              <a:ext cx="2468879" cy="970603"/>
            </a:xfrm>
            <a:prstGeom prst="rect">
              <a:avLst/>
            </a:prstGeom>
            <a:solidFill>
              <a:srgbClr val="1A1A35"/>
            </a:solidFill>
            <a:ln w="19050">
              <a:solidFill>
                <a:srgbClr val="7C3AED"/>
              </a:solidFill>
              <a:prstDash val="solid"/>
            </a:ln>
            <a:effectLst>
              <a:outerShdw blurRad="76200" dist="25400" dir="16200000" algn="b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44" name="Shape 42"/>
            <p:cNvSpPr/>
            <p:nvPr/>
          </p:nvSpPr>
          <p:spPr>
            <a:xfrm>
              <a:off x="594360" y="3107620"/>
              <a:ext cx="2475603" cy="54864"/>
            </a:xfrm>
            <a:prstGeom prst="rect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</p:sp>
      </p:grpSp>
      <p:sp>
        <p:nvSpPr>
          <p:cNvPr id="45" name="Text 43"/>
          <p:cNvSpPr/>
          <p:nvPr/>
        </p:nvSpPr>
        <p:spPr>
          <a:xfrm>
            <a:off x="594360" y="3240751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Prateek Das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94360" y="3547881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25BCE10599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33844" y="3813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C3AED"/>
                </a:solidFill>
              </a:rPr>
              <a:t>Faull Stack + AI Integration</a:t>
            </a:r>
            <a:endParaRPr lang="en-US" sz="800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D82240D-FD47-EBCF-0D4C-77D0FF51FD7B}"/>
              </a:ext>
            </a:extLst>
          </p:cNvPr>
          <p:cNvGrpSpPr/>
          <p:nvPr/>
        </p:nvGrpSpPr>
        <p:grpSpPr>
          <a:xfrm>
            <a:off x="3251495" y="3162484"/>
            <a:ext cx="2524013" cy="970604"/>
            <a:chOff x="3291840" y="2578608"/>
            <a:chExt cx="2468880" cy="1554480"/>
          </a:xfrm>
        </p:grpSpPr>
        <p:sp>
          <p:nvSpPr>
            <p:cNvPr id="48" name="Shape 46"/>
            <p:cNvSpPr/>
            <p:nvPr/>
          </p:nvSpPr>
          <p:spPr>
            <a:xfrm>
              <a:off x="3291840" y="2578608"/>
              <a:ext cx="2468880" cy="1554480"/>
            </a:xfrm>
            <a:prstGeom prst="rect">
              <a:avLst/>
            </a:prstGeom>
            <a:solidFill>
              <a:srgbClr val="1A1A35"/>
            </a:solidFill>
            <a:ln w="19050">
              <a:solidFill>
                <a:srgbClr val="F43F5E"/>
              </a:solidFill>
              <a:prstDash val="solid"/>
            </a:ln>
            <a:effectLst>
              <a:outerShdw blurRad="76200" dist="25400" dir="16200000" algn="b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49" name="Shape 47"/>
            <p:cNvSpPr/>
            <p:nvPr/>
          </p:nvSpPr>
          <p:spPr>
            <a:xfrm>
              <a:off x="3291840" y="2578608"/>
              <a:ext cx="2468880" cy="54864"/>
            </a:xfrm>
            <a:prstGeom prst="rect">
              <a:avLst/>
            </a:prstGeom>
            <a:solidFill>
              <a:srgbClr val="F43F5E"/>
            </a:solidFill>
            <a:ln w="12700">
              <a:solidFill>
                <a:srgbClr val="F43F5E"/>
              </a:solidFill>
              <a:prstDash val="solid"/>
            </a:ln>
          </p:spPr>
        </p:sp>
      </p:grpSp>
      <p:sp>
        <p:nvSpPr>
          <p:cNvPr id="50" name="Text 48"/>
          <p:cNvSpPr/>
          <p:nvPr/>
        </p:nvSpPr>
        <p:spPr>
          <a:xfrm>
            <a:off x="3258220" y="3207131"/>
            <a:ext cx="25025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Kishlay Mishra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3291840" y="353443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25BSA10012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258220" y="382029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43F5E"/>
                </a:solidFill>
              </a:rPr>
              <a:t>Backend + Database</a:t>
            </a:r>
            <a:endParaRPr lang="en-US" sz="800" dirty="0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056A0AFF-3E54-0230-83E0-B5C065C78FDC}"/>
              </a:ext>
            </a:extLst>
          </p:cNvPr>
          <p:cNvGrpSpPr/>
          <p:nvPr/>
        </p:nvGrpSpPr>
        <p:grpSpPr>
          <a:xfrm>
            <a:off x="5989320" y="3162484"/>
            <a:ext cx="2560320" cy="970604"/>
            <a:chOff x="5989320" y="2578608"/>
            <a:chExt cx="2468880" cy="1554480"/>
          </a:xfrm>
        </p:grpSpPr>
        <p:sp>
          <p:nvSpPr>
            <p:cNvPr id="53" name="Shape 51"/>
            <p:cNvSpPr/>
            <p:nvPr/>
          </p:nvSpPr>
          <p:spPr>
            <a:xfrm>
              <a:off x="5989320" y="2578608"/>
              <a:ext cx="2468880" cy="1554480"/>
            </a:xfrm>
            <a:prstGeom prst="rect">
              <a:avLst/>
            </a:prstGeom>
            <a:solidFill>
              <a:srgbClr val="1A1A35"/>
            </a:solidFill>
            <a:ln w="19050">
              <a:solidFill>
                <a:srgbClr val="06B6D4"/>
              </a:solidFill>
              <a:prstDash val="solid"/>
            </a:ln>
            <a:effectLst>
              <a:outerShdw blurRad="76200" dist="25400" dir="16200000" algn="b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54" name="Shape 52"/>
            <p:cNvSpPr/>
            <p:nvPr/>
          </p:nvSpPr>
          <p:spPr>
            <a:xfrm>
              <a:off x="5989320" y="2578608"/>
              <a:ext cx="2468880" cy="54864"/>
            </a:xfrm>
            <a:prstGeom prst="rect">
              <a:avLst/>
            </a:prstGeom>
            <a:solidFill>
              <a:srgbClr val="06B6D4"/>
            </a:solidFill>
            <a:ln w="12700">
              <a:solidFill>
                <a:srgbClr val="06B6D4"/>
              </a:solidFill>
              <a:prstDash val="solid"/>
            </a:ln>
          </p:spPr>
        </p:sp>
      </p:grpSp>
      <p:sp>
        <p:nvSpPr>
          <p:cNvPr id="55" name="Text 53"/>
          <p:cNvSpPr/>
          <p:nvPr/>
        </p:nvSpPr>
        <p:spPr>
          <a:xfrm>
            <a:off x="5989320" y="3213855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Abhishek Kumar Singh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989320" y="3534967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25BCE11273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989320" y="378671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6B6D4"/>
                </a:solidFill>
              </a:rPr>
              <a:t>Frontend + UI/UX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3B3B60"/>
                </a:solidFill>
              </a:rPr>
              <a:t>Team Ctrl Alt Elite</a:t>
            </a:r>
            <a:endParaRPr lang="en-US" sz="1050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A3B12E8-5011-690D-A805-63BDA93A6B60}"/>
              </a:ext>
            </a:extLst>
          </p:cNvPr>
          <p:cNvGrpSpPr/>
          <p:nvPr/>
        </p:nvGrpSpPr>
        <p:grpSpPr>
          <a:xfrm>
            <a:off x="504268" y="457200"/>
            <a:ext cx="5029200" cy="237744"/>
            <a:chOff x="504268" y="457200"/>
            <a:chExt cx="5029200" cy="237744"/>
          </a:xfrm>
        </p:grpSpPr>
        <p:sp>
          <p:nvSpPr>
            <p:cNvPr id="63" name="Shape 19">
              <a:extLst>
                <a:ext uri="{FF2B5EF4-FFF2-40B4-BE49-F238E27FC236}">
                  <a16:creationId xmlns:a16="http://schemas.microsoft.com/office/drawing/2014/main" id="{8A0180D3-14BC-9302-BA4D-9C29ADB301EB}"/>
                </a:ext>
              </a:extLst>
            </p:cNvPr>
            <p:cNvSpPr/>
            <p:nvPr/>
          </p:nvSpPr>
          <p:spPr>
            <a:xfrm>
              <a:off x="504268" y="457200"/>
              <a:ext cx="5029200" cy="237744"/>
            </a:xfrm>
            <a:prstGeom prst="rect">
              <a:avLst/>
            </a:prstGeom>
            <a:solidFill>
              <a:srgbClr val="A855F7">
                <a:alpha val="18000"/>
              </a:srgbClr>
            </a:solidFill>
            <a:ln w="12700">
              <a:solidFill>
                <a:srgbClr val="A855F7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" name="Text 20">
              <a:extLst>
                <a:ext uri="{FF2B5EF4-FFF2-40B4-BE49-F238E27FC236}">
                  <a16:creationId xmlns:a16="http://schemas.microsoft.com/office/drawing/2014/main" id="{2A02560F-679E-C5B6-75CF-EC192FE62EE0}"/>
                </a:ext>
              </a:extLst>
            </p:cNvPr>
            <p:cNvSpPr/>
            <p:nvPr/>
          </p:nvSpPr>
          <p:spPr>
            <a:xfrm>
              <a:off x="548640" y="466344"/>
              <a:ext cx="48463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A855F7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PS-12  |  NextGen 2026  |  Section B — Generative AI &amp; Automation</a:t>
              </a:r>
              <a:endParaRPr lang="en-US" sz="900" dirty="0"/>
            </a:p>
          </p:txBody>
        </p:sp>
      </p:grpSp>
      <p:sp>
        <p:nvSpPr>
          <p:cNvPr id="67" name="Text 21">
            <a:extLst>
              <a:ext uri="{FF2B5EF4-FFF2-40B4-BE49-F238E27FC236}">
                <a16:creationId xmlns:a16="http://schemas.microsoft.com/office/drawing/2014/main" id="{9C8E82D7-7B57-1456-0860-8DFD3A7281C2}"/>
              </a:ext>
            </a:extLst>
          </p:cNvPr>
          <p:cNvSpPr/>
          <p:nvPr/>
        </p:nvSpPr>
        <p:spPr>
          <a:xfrm>
            <a:off x="443752" y="708662"/>
            <a:ext cx="876075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 err="1">
                <a:solidFill>
                  <a:srgbClr val="E8EA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</a:t>
            </a:r>
            <a:r>
              <a:rPr lang="en-US" sz="8000" b="1" dirty="0" err="1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Mock</a:t>
            </a:r>
            <a:endParaRPr lang="en-US" sz="8000" dirty="0"/>
          </a:p>
        </p:txBody>
      </p:sp>
      <p:sp>
        <p:nvSpPr>
          <p:cNvPr id="68" name="Text 22">
            <a:extLst>
              <a:ext uri="{FF2B5EF4-FFF2-40B4-BE49-F238E27FC236}">
                <a16:creationId xmlns:a16="http://schemas.microsoft.com/office/drawing/2014/main" id="{9EAF9682-E8F0-1C53-D068-32D6C94E2F5B}"/>
              </a:ext>
            </a:extLst>
          </p:cNvPr>
          <p:cNvSpPr/>
          <p:nvPr/>
        </p:nvSpPr>
        <p:spPr>
          <a:xfrm>
            <a:off x="517712" y="1818035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Mock Interview &amp; Career Readiness Platform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3212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380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964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5548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2011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43F5E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3731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Students</a:t>
            </a: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are </a:t>
            </a:r>
            <a:r>
              <a:rPr lang="en-US" sz="2400" b="1" dirty="0">
                <a:solidFill>
                  <a:srgbClr val="F43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underprepared</a:t>
            </a: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not unqualified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457200" y="1261872"/>
            <a:ext cx="8229600" cy="1005840"/>
          </a:xfrm>
          <a:prstGeom prst="rect">
            <a:avLst/>
          </a:prstGeom>
          <a:solidFill>
            <a:srgbClr val="1A1A35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1307592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43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4800" dirty="0"/>
          </a:p>
        </p:txBody>
      </p:sp>
      <p:sp>
        <p:nvSpPr>
          <p:cNvPr id="38" name="Text 36"/>
          <p:cNvSpPr/>
          <p:nvPr/>
        </p:nvSpPr>
        <p:spPr>
          <a:xfrm>
            <a:off x="2286000" y="1389888"/>
            <a:ext cx="6217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of engineering students in India feel underprepared for interviews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despite months of studying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57200" y="2450592"/>
            <a:ext cx="2633472" cy="1901952"/>
          </a:xfrm>
          <a:prstGeom prst="rect">
            <a:avLst/>
          </a:prstGeom>
          <a:solidFill>
            <a:srgbClr val="1A1A35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2450592"/>
            <a:ext cx="2633472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257860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3F5E"/>
                </a:solidFill>
              </a:rPr>
              <a:t>✕  No Real Practice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2971800"/>
            <a:ext cx="2450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YouTube isn't interactive. Friends aren't objective. No environment simulates a real interview.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246120" y="2450592"/>
            <a:ext cx="2633472" cy="1901952"/>
          </a:xfrm>
          <a:prstGeom prst="rect">
            <a:avLst/>
          </a:prstGeom>
          <a:solidFill>
            <a:srgbClr val="1A1A3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46120" y="2450592"/>
            <a:ext cx="263347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37560" y="257860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✕  Generic Feedback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337560" y="2971800"/>
            <a:ext cx="2450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Coaching gives same tips to everyone — no feedback tied to your specific answers or role.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035040" y="2450592"/>
            <a:ext cx="2633472" cy="1901952"/>
          </a:xfrm>
          <a:prstGeom prst="rect">
            <a:avLst/>
          </a:prstGeom>
          <a:solidFill>
            <a:srgbClr val="1A1A35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35040" y="2450592"/>
            <a:ext cx="263347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26480" y="257860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✕  Broken Feedback Loop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126480" y="2971800"/>
            <a:ext cx="2450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Students don't know what to improve. Confidence drops. Cycle repeats every placement season.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" y="4462272"/>
            <a:ext cx="8229600" cy="320040"/>
          </a:xfrm>
          <a:prstGeom prst="rect">
            <a:avLst/>
          </a:prstGeom>
          <a:solidFill>
            <a:srgbClr val="1E1E35"/>
          </a:solidFill>
          <a:ln w="12700">
            <a:solidFill>
              <a:srgbClr val="2A2A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Avg coaching cost: ₹10,000–₹20,000 per course  ·  Still no guarantee of placement readiness  ·  Inaccessible for most students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3212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380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964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5548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2011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6B6D4"/>
                </a:solidFill>
              </a:rPr>
              <a:t>OUR SOLUTION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" y="45720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platform. </a:t>
            </a:r>
            <a:r>
              <a:rPr lang="en-US" sz="2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</a:t>
            </a: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interview readiness.</a:t>
            </a:r>
            <a:endParaRPr lang="en-US" sz="2800" dirty="0"/>
          </a:p>
        </p:txBody>
      </p:sp>
      <p:sp>
        <p:nvSpPr>
          <p:cNvPr id="36" name="Shape 34"/>
          <p:cNvSpPr/>
          <p:nvPr/>
        </p:nvSpPr>
        <p:spPr>
          <a:xfrm>
            <a:off x="347472" y="1234440"/>
            <a:ext cx="1261872" cy="1755648"/>
          </a:xfrm>
          <a:prstGeom prst="rect">
            <a:avLst/>
          </a:prstGeom>
          <a:solidFill>
            <a:srgbClr val="1A1A35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7472" y="1234440"/>
            <a:ext cx="1261872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128016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347472" y="178308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Select Role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+ Domain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47472" y="2304288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SDE, Product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HR, Data Science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609344" y="187452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783080" y="1234440"/>
            <a:ext cx="1261872" cy="1755648"/>
          </a:xfrm>
          <a:prstGeom prst="rect">
            <a:avLst/>
          </a:prstGeom>
          <a:solidFill>
            <a:srgbClr val="1A1A35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83080" y="1234440"/>
            <a:ext cx="1261872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83080" y="128016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1783080" y="178308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AI Interview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Begins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783080" y="2304288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Groq Llama 3.3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as Interviewer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044952" y="187452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3218688" y="1234440"/>
            <a:ext cx="1261872" cy="1755648"/>
          </a:xfrm>
          <a:prstGeom prst="rect">
            <a:avLst/>
          </a:prstGeom>
          <a:solidFill>
            <a:srgbClr val="1A1A35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18688" y="1234440"/>
            <a:ext cx="1261872" cy="45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18688" y="128016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3218688" y="178308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Live Confidence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Meter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218688" y="2304288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Camera 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MediaPipe tracks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480560" y="187452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4654296" y="1234440"/>
            <a:ext cx="1261872" cy="1755648"/>
          </a:xfrm>
          <a:prstGeom prst="rect">
            <a:avLst/>
          </a:prstGeom>
          <a:solidFill>
            <a:srgbClr val="1A1A3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54296" y="1234440"/>
            <a:ext cx="1261872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54296" y="128016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4654296" y="178308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Adaptive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Difficulty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654296" y="2304288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Questions adjust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to your answers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916168" y="187452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6089904" y="1234440"/>
            <a:ext cx="1261872" cy="1755648"/>
          </a:xfrm>
          <a:prstGeom prst="rect">
            <a:avLst/>
          </a:prstGeom>
          <a:solidFill>
            <a:srgbClr val="1A1A3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089904" y="1234440"/>
            <a:ext cx="1261872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89904" y="128016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6089904" y="178308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Feedback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Report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089904" y="2304288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Radar Charts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3-Stage Roadmap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7351776" y="187452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7525512" y="1234440"/>
            <a:ext cx="1261872" cy="1755648"/>
          </a:xfrm>
          <a:prstGeom prst="rect">
            <a:avLst/>
          </a:prstGeom>
          <a:solidFill>
            <a:srgbClr val="1A1A35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525512" y="1234440"/>
            <a:ext cx="1261872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525512" y="128016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69" name="Text 67"/>
          <p:cNvSpPr/>
          <p:nvPr/>
        </p:nvSpPr>
        <p:spPr>
          <a:xfrm>
            <a:off x="7525512" y="178308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Career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Roadmap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7525512" y="2304288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Personalized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next steps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47472" y="3154680"/>
            <a:ext cx="2633472" cy="384048"/>
          </a:xfrm>
          <a:prstGeom prst="rect">
            <a:avLst/>
          </a:prstGeom>
          <a:solidFill>
            <a:srgbClr val="1E1E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38912" y="317296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</a:rPr>
              <a:t>🎙 Voice Mode — </a:t>
            </a:r>
            <a:r>
              <a:rPr lang="en-US" sz="950" dirty="0">
                <a:solidFill>
                  <a:srgbClr val="94A3B8"/>
                </a:solidFill>
              </a:rPr>
              <a:t>Groq neural-link streaming, low latency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182112" y="3154680"/>
            <a:ext cx="2633472" cy="384048"/>
          </a:xfrm>
          <a:prstGeom prst="rect">
            <a:avLst/>
          </a:prstGeom>
          <a:solidFill>
            <a:srgbClr val="1E1E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273552" y="317296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</a:rPr>
              <a:t>💬 Chat Mode — </a:t>
            </a:r>
            <a:r>
              <a:rPr lang="en-US" sz="950" dirty="0">
                <a:solidFill>
                  <a:srgbClr val="94A3B8"/>
                </a:solidFill>
              </a:rPr>
              <a:t>Type answers via chatbot interface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6016752" y="3154680"/>
            <a:ext cx="2633472" cy="384048"/>
          </a:xfrm>
          <a:prstGeom prst="rect">
            <a:avLst/>
          </a:prstGeom>
          <a:solidFill>
            <a:srgbClr val="1E1E3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08192" y="317296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</a:rPr>
              <a:t>📄 Resume Upload — </a:t>
            </a:r>
            <a:r>
              <a:rPr lang="en-US" sz="950" dirty="0">
                <a:solidFill>
                  <a:srgbClr val="94A3B8"/>
                </a:solidFill>
              </a:rPr>
              <a:t>Groq AI asks about YOUR projects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347472" y="3675888"/>
            <a:ext cx="2633472" cy="713232"/>
          </a:xfrm>
          <a:prstGeom prst="rect">
            <a:avLst/>
          </a:prstGeom>
          <a:solidFill>
            <a:srgbClr val="1A1A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38912" y="373075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Not a quiz app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438912" y="4023360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Real live conversation with AI interviewer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3182112" y="3675888"/>
            <a:ext cx="2633472" cy="713232"/>
          </a:xfrm>
          <a:prstGeom prst="rect">
            <a:avLst/>
          </a:prstGeom>
          <a:solidFill>
            <a:srgbClr val="1A1A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273552" y="373075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Not generic tips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3273552" y="4023360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Feedback tied directly to your specific answers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6016752" y="3675888"/>
            <a:ext cx="2633472" cy="713232"/>
          </a:xfrm>
          <a:prstGeom prst="rect">
            <a:avLst/>
          </a:prstGeom>
          <a:solidFill>
            <a:srgbClr val="1A1A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108192" y="373075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Not one-time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6108192" y="4023360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Tracks progress and improvement across all sessions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3212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380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964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5548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0116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10B981"/>
                </a:solidFill>
              </a:rPr>
              <a:t>INNOVATIVE FEATURES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65760" y="4572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Features no platform </a:t>
            </a:r>
            <a:r>
              <a:rPr lang="en-US" sz="2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combined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365760" y="1078992"/>
            <a:ext cx="4315968" cy="658368"/>
          </a:xfrm>
          <a:prstGeom prst="rect">
            <a:avLst/>
          </a:prstGeom>
          <a:solidFill>
            <a:srgbClr val="1A1A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1078992"/>
            <a:ext cx="54864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1152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🎭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51560" y="1143000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</a:rPr>
              <a:t>Elite 3D Environment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051560" y="1408176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</a:rPr>
              <a:t>Immersive Spline-integrated 3D Interviewer Panel for real presence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365760" y="1828800"/>
            <a:ext cx="4315968" cy="658368"/>
          </a:xfrm>
          <a:prstGeom prst="rect">
            <a:avLst/>
          </a:prstGeom>
          <a:solidFill>
            <a:srgbClr val="1A1A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1828800"/>
            <a:ext cx="54864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051560" y="189280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</a:rPr>
              <a:t>Resume-Adaptive AI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051560" y="2157984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</a:rPr>
              <a:t>Groq AI reads your projects &amp; asks context-aware personalized questions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365760" y="2578608"/>
            <a:ext cx="4315968" cy="658368"/>
          </a:xfrm>
          <a:prstGeom prst="rect">
            <a:avLst/>
          </a:prstGeom>
          <a:solidFill>
            <a:srgbClr val="1A1A35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" y="2578608"/>
            <a:ext cx="54864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📷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051560" y="2642616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3F5E"/>
                </a:solidFill>
              </a:rPr>
              <a:t>Biometric Precision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051560" y="2907792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</a:rPr>
              <a:t>Real-time eye contact, posture, focus &amp; calmness via Face-API.js neural nets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365760" y="3328416"/>
            <a:ext cx="4315968" cy="658368"/>
          </a:xfrm>
          <a:prstGeom prst="rect">
            <a:avLst/>
          </a:prstGeom>
          <a:solidFill>
            <a:srgbClr val="1A1A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5760" y="3328416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051560" y="3392424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Adaptive Difficulty Engine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051560" y="3657600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</a:rPr>
              <a:t>Harder when you excel, supportive when you struggle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365760" y="4078224"/>
            <a:ext cx="4315968" cy="658368"/>
          </a:xfrm>
          <a:prstGeom prst="rect">
            <a:avLst/>
          </a:prstGeom>
          <a:solidFill>
            <a:srgbClr val="1A1A3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5760" y="4078224"/>
            <a:ext cx="5486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1051560" y="4142232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</a:rPr>
              <a:t>The Perfect Report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1051560" y="4407408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</a:rPr>
              <a:t>Radar charts + 3-stage career roadmap after every session</a:t>
            </a:r>
            <a:endParaRPr lang="en-US" sz="880" dirty="0"/>
          </a:p>
        </p:txBody>
      </p:sp>
      <p:sp>
        <p:nvSpPr>
          <p:cNvPr id="61" name="Text 59"/>
          <p:cNvSpPr/>
          <p:nvPr/>
        </p:nvSpPr>
        <p:spPr>
          <a:xfrm>
            <a:off x="5029200" y="2011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6B6D4"/>
                </a:solidFill>
              </a:rPr>
              <a:t>TECH STACK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029200" y="4572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Fully buildable. </a:t>
            </a:r>
            <a:r>
              <a:rPr lang="en-US" sz="2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Mostly free.</a:t>
            </a:r>
            <a:endParaRPr lang="en-US" sz="2000" dirty="0"/>
          </a:p>
        </p:txBody>
      </p:sp>
      <p:sp>
        <p:nvSpPr>
          <p:cNvPr id="63" name="Shape 61"/>
          <p:cNvSpPr/>
          <p:nvPr/>
        </p:nvSpPr>
        <p:spPr>
          <a:xfrm>
            <a:off x="5029200" y="1078992"/>
            <a:ext cx="1280160" cy="3520440"/>
          </a:xfrm>
          <a:prstGeom prst="rect">
            <a:avLst/>
          </a:prstGeom>
          <a:solidFill>
            <a:srgbClr val="1A1A35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029200" y="1078992"/>
            <a:ext cx="12801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74920" y="115214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7C3AED"/>
                </a:solidFill>
              </a:rPr>
              <a:t>🧠 AI &amp; 3D</a:t>
            </a:r>
            <a:endParaRPr lang="en-US" sz="880" dirty="0"/>
          </a:p>
        </p:txBody>
      </p:sp>
      <p:sp>
        <p:nvSpPr>
          <p:cNvPr id="66" name="Text 64"/>
          <p:cNvSpPr/>
          <p:nvPr/>
        </p:nvSpPr>
        <p:spPr>
          <a:xfrm>
            <a:off x="5102352" y="1591056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• Groq AI (Llama 3.3 70B)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102352" y="2212848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• Web Speech API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5102352" y="2834640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• Face-API.js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102352" y="3456432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• Spline 3D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400800" y="1078992"/>
            <a:ext cx="1280160" cy="3520440"/>
          </a:xfrm>
          <a:prstGeom prst="rect">
            <a:avLst/>
          </a:prstGeom>
          <a:solidFill>
            <a:srgbClr val="1A1A35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400800" y="1078992"/>
            <a:ext cx="128016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46520" y="115214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6B6D4"/>
                </a:solidFill>
              </a:rPr>
              <a:t>⚙️ Frontend</a:t>
            </a:r>
            <a:endParaRPr lang="en-US" sz="880" dirty="0"/>
          </a:p>
        </p:txBody>
      </p:sp>
      <p:sp>
        <p:nvSpPr>
          <p:cNvPr id="73" name="Text 71"/>
          <p:cNvSpPr/>
          <p:nvPr/>
        </p:nvSpPr>
        <p:spPr>
          <a:xfrm>
            <a:off x="6473952" y="1591056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• React 18 + Vite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6473952" y="2212848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• TypeScript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473952" y="2834640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• Tailwind CSS v4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6473952" y="3456432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• Framer Motion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7772400" y="1078992"/>
            <a:ext cx="1280160" cy="3520440"/>
          </a:xfrm>
          <a:prstGeom prst="rect">
            <a:avLst/>
          </a:prstGeom>
          <a:solidFill>
            <a:srgbClr val="1A1A35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772400" y="1078992"/>
            <a:ext cx="128016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818120" y="115214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10B981"/>
                </a:solidFill>
              </a:rPr>
              <a:t>☁️ Backend</a:t>
            </a:r>
            <a:endParaRPr lang="en-US" sz="880" dirty="0"/>
          </a:p>
        </p:txBody>
      </p:sp>
      <p:sp>
        <p:nvSpPr>
          <p:cNvPr id="80" name="Text 78"/>
          <p:cNvSpPr/>
          <p:nvPr/>
        </p:nvSpPr>
        <p:spPr>
          <a:xfrm>
            <a:off x="7845552" y="1591056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• Node.js + Express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7845552" y="2212848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• Drizzle ORM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7845552" y="2834640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• Neon PostgreSQL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7845552" y="3456432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• Clerk Auth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5029200" y="4663440"/>
            <a:ext cx="3749040" cy="347472"/>
          </a:xfrm>
          <a:prstGeom prst="rect">
            <a:avLst/>
          </a:prstGeom>
          <a:solidFill>
            <a:srgbClr val="0A2A1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120640" y="468172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</a:rPr>
              <a:t>~$1 total cost to run the entire hackathon demo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3212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380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964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5548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201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59E0B"/>
                </a:solidFill>
              </a:rPr>
              <a:t>IMPACT &amp; ROADMAP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" y="45720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for </a:t>
            </a:r>
            <a:r>
              <a:rPr lang="en-US" sz="3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 million</a:t>
            </a: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students.</a:t>
            </a:r>
            <a:endParaRPr lang="en-US" sz="3400" dirty="0"/>
          </a:p>
        </p:txBody>
      </p:sp>
      <p:sp>
        <p:nvSpPr>
          <p:cNvPr id="36" name="Shape 34"/>
          <p:cNvSpPr/>
          <p:nvPr/>
        </p:nvSpPr>
        <p:spPr>
          <a:xfrm>
            <a:off x="457200" y="1216152"/>
            <a:ext cx="2578608" cy="1005840"/>
          </a:xfrm>
          <a:prstGeom prst="rect">
            <a:avLst/>
          </a:prstGeom>
          <a:solidFill>
            <a:srgbClr val="1A1A35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1243584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40M+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457200" y="181051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Engineering students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in India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91840" y="1216152"/>
            <a:ext cx="2578608" cy="1005840"/>
          </a:xfrm>
          <a:prstGeom prst="rect">
            <a:avLst/>
          </a:prstGeom>
          <a:solidFill>
            <a:srgbClr val="1A1A35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1243584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43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₹10K</a:t>
            </a:r>
            <a:endParaRPr lang="en-US" sz="3600" dirty="0"/>
          </a:p>
        </p:txBody>
      </p:sp>
      <p:sp>
        <p:nvSpPr>
          <p:cNvPr id="41" name="Text 39"/>
          <p:cNvSpPr/>
          <p:nvPr/>
        </p:nvSpPr>
        <p:spPr>
          <a:xfrm>
            <a:off x="3291840" y="181051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Avg coaching cost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replaced for free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26480" y="1216152"/>
            <a:ext cx="2578608" cy="1005840"/>
          </a:xfrm>
          <a:prstGeom prst="rect">
            <a:avLst/>
          </a:prstGeom>
          <a:solidFill>
            <a:srgbClr val="1A1A35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1243584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3×</a:t>
            </a:r>
            <a:endParaRPr lang="en-US" sz="3600" dirty="0"/>
          </a:p>
        </p:txBody>
      </p:sp>
      <p:sp>
        <p:nvSpPr>
          <p:cNvPr id="44" name="Text 42"/>
          <p:cNvSpPr/>
          <p:nvPr/>
        </p:nvSpPr>
        <p:spPr>
          <a:xfrm>
            <a:off x="6126480" y="181051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Faster interview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readiness (projected)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57200" y="2450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94A3B8"/>
                </a:solidFill>
              </a:rPr>
              <a:t>GROWTH ROADMAP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7200" y="2798064"/>
            <a:ext cx="1993392" cy="1417320"/>
          </a:xfrm>
          <a:prstGeom prst="rect">
            <a:avLst/>
          </a:prstGeom>
          <a:solidFill>
            <a:srgbClr val="1A1A35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2798064"/>
            <a:ext cx="1993392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283464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B6D4"/>
                </a:solidFill>
              </a:rPr>
              <a:t>TODAY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57200" y="310896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 College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57200" y="3493008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~500 students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MVP demo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450592" y="3255264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2606040" y="2798064"/>
            <a:ext cx="1993392" cy="1417320"/>
          </a:xfrm>
          <a:prstGeom prst="rect">
            <a:avLst/>
          </a:prstGeom>
          <a:solidFill>
            <a:srgbClr val="1A1A3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606040" y="2798064"/>
            <a:ext cx="1993392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606040" y="283464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</a:rPr>
              <a:t>MONTH 3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606040" y="310896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10 Colleges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2606040" y="3493008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Placement cell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integration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599432" y="3255264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4754880" y="2798064"/>
            <a:ext cx="1993392" cy="1417320"/>
          </a:xfrm>
          <a:prstGeom prst="rect">
            <a:avLst/>
          </a:prstGeom>
          <a:solidFill>
            <a:srgbClr val="1A1A3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54880" y="2798064"/>
            <a:ext cx="1993392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54880" y="283464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</a:rPr>
              <a:t>YEAR 1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754880" y="310896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Pan-India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4754880" y="3493008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40M+ student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reach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748272" y="3255264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6903720" y="2798064"/>
            <a:ext cx="1993392" cy="1417320"/>
          </a:xfrm>
          <a:prstGeom prst="rect">
            <a:avLst/>
          </a:prstGeom>
          <a:solidFill>
            <a:srgbClr val="1A1A35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903720" y="2798064"/>
            <a:ext cx="1993392" cy="45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903720" y="283464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3F5E"/>
                </a:solidFill>
              </a:rPr>
              <a:t>FUTURE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903720" y="310896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B2B SaaS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6903720" y="3493008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HR screening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for corporates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solidFill>
            <a:srgbClr val="0A1A2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0080" y="440740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</a:rPr>
              <a:t>Free for students</a:t>
            </a:r>
            <a:r>
              <a:rPr lang="en-US" sz="950" dirty="0">
                <a:solidFill>
                  <a:srgbClr val="94A3B8"/>
                </a:solidFill>
              </a:rPr>
              <a:t>  →  Premium (persona modes, benchmarks, analytics)  |  </a:t>
            </a:r>
            <a:r>
              <a:rPr lang="en-US" sz="950" b="1" dirty="0">
                <a:solidFill>
                  <a:srgbClr val="F59E0B"/>
                </a:solidFill>
              </a:rPr>
              <a:t>B2B:</a:t>
            </a:r>
            <a:r>
              <a:rPr lang="en-US" sz="950" dirty="0">
                <a:solidFill>
                  <a:srgbClr val="94A3B8"/>
                </a:solidFill>
              </a:rPr>
              <a:t>  Sell to placement cells &amp; HR teams as AI screening infrastructure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3212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380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964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55480" y="0"/>
            <a:ext cx="0" cy="514350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E1E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420624"/>
            <a:ext cx="2743200" cy="27432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4400" y="1828800"/>
            <a:ext cx="2286000" cy="2286000"/>
          </a:xfrm>
          <a:prstGeom prst="ellipse">
            <a:avLst/>
          </a:prstGeom>
          <a:solidFill>
            <a:srgbClr val="F43F5E">
              <a:alpha val="12000"/>
            </a:srgbClr>
          </a:solidFill>
          <a:ln w="12700">
            <a:solidFill>
              <a:srgbClr val="F43F5E">
                <a:alpha val="1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0" y="1828800"/>
            <a:ext cx="2286000" cy="22860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12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858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38" name="Shape 36"/>
          <p:cNvSpPr/>
          <p:nvPr/>
        </p:nvSpPr>
        <p:spPr>
          <a:xfrm>
            <a:off x="2286000" y="1965960"/>
            <a:ext cx="150876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22192" y="1965960"/>
            <a:ext cx="1508760" cy="914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58384" y="1965960"/>
            <a:ext cx="150876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20802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B0F0"/>
                </a:solidFill>
              </a:rPr>
              <a:t>IntelliMock — Democratizing Career Coaching for Every Student</a:t>
            </a:r>
            <a:endParaRPr lang="en-US" sz="1200" dirty="0">
              <a:solidFill>
                <a:srgbClr val="00B0F0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731520" y="26517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77240" y="3163824"/>
            <a:ext cx="2240280" cy="914400"/>
          </a:xfrm>
          <a:prstGeom prst="rect">
            <a:avLst/>
          </a:prstGeom>
          <a:solidFill>
            <a:srgbClr val="1A1A35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77240" y="3163824"/>
            <a:ext cx="224028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" y="3398955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Prateek Das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77240" y="354787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77240" y="3745125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C3AED"/>
                </a:solidFill>
              </a:rPr>
              <a:t>Lead Architect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337560" y="3163824"/>
            <a:ext cx="2240280" cy="914400"/>
          </a:xfrm>
          <a:prstGeom prst="rect">
            <a:avLst/>
          </a:prstGeom>
          <a:solidFill>
            <a:srgbClr val="1A1A35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37560" y="3163824"/>
            <a:ext cx="2240280" cy="45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37560" y="3422469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Kishlay Mishra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337560" y="354787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337560" y="376471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F43F5E"/>
                </a:solidFill>
              </a:rPr>
              <a:t>Backend Orchestrator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897880" y="3163824"/>
            <a:ext cx="2240280" cy="914400"/>
          </a:xfrm>
          <a:prstGeom prst="rect">
            <a:avLst/>
          </a:prstGeom>
          <a:solidFill>
            <a:srgbClr val="1A1A35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897880" y="3163824"/>
            <a:ext cx="224028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00491" y="34015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Abhishek Kumar Singh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897880" y="354787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897880" y="376733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06B6D4"/>
                </a:solidFill>
              </a:rPr>
              <a:t>UI/UX Specialist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130628" y="2496312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B0F0"/>
                </a:solidFill>
              </a:rPr>
              <a:t>Team - Ctrl Alt Elite</a:t>
            </a:r>
            <a:endParaRPr lang="en-US" sz="16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550</Words>
  <Application>Microsoft Office PowerPoint</Application>
  <PresentationFormat>On-screen Show (16:9)</PresentationFormat>
  <Paragraphs>153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IntelliMock</dc:title>
  <dc:subject>PptxGenJS Presentation</dc:subject>
  <dc:creator>PptxGenJS</dc:creator>
  <cp:lastModifiedBy>Kishlay Mishra</cp:lastModifiedBy>
  <cp:revision>1</cp:revision>
  <dcterms:created xsi:type="dcterms:W3CDTF">2026-04-07T06:53:46Z</dcterms:created>
  <dcterms:modified xsi:type="dcterms:W3CDTF">2026-04-07T07:41:32Z</dcterms:modified>
</cp:coreProperties>
</file>